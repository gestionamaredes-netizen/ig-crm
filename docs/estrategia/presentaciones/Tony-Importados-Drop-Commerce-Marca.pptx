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6858000" cy="12188952"/>
  <p:notesSz cx="12188952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200400"/>
            <a:ext cx="5943600" cy="5943600"/>
          </a:xfrm>
          <a:prstGeom prst="ellipse">
            <a:avLst/>
          </a:prstGeom>
          <a:solidFill>
            <a:srgbClr val="1A0808"/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8686800"/>
            <a:ext cx="5029200" cy="5029200"/>
          </a:xfrm>
          <a:prstGeom prst="ellipse">
            <a:avLst/>
          </a:prstGeom>
          <a:solidFill>
            <a:srgbClr val="0A142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</a:t>
            </a:r>
            <a:endParaRPr lang="en-US" sz="7600" dirty="0"/>
          </a:p>
        </p:txBody>
      </p:sp>
      <p:sp>
        <p:nvSpPr>
          <p:cNvPr id="7" name="Shape 5"/>
          <p:cNvSpPr/>
          <p:nvPr/>
        </p:nvSpPr>
        <p:spPr>
          <a:xfrm>
            <a:off x="502920" y="452628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5262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IMPORTADOS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COMMERCE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0807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90 días y sistema de crecimiento — BLUR Growth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1475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para la marca · 14-08-2026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“una cuenta que vende ropa” a un sistema de Drops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987552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606040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2606040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y mercado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721608"/>
            <a:ext cx="5852160" cy="987552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721608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3721608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Audiencias y la oportunidad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837176"/>
            <a:ext cx="5852160" cy="987552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837176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4837176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los Drops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5952744"/>
            <a:ext cx="5852160" cy="987552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952744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5952744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creativo y Marco Colom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7068312"/>
            <a:ext cx="5852160" cy="987552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7068312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7068312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contenido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8183880"/>
            <a:ext cx="5852160" cy="987552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8183880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37360" y="8183880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Lanzamiento, ventas y CRM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9299448"/>
            <a:ext cx="5852160" cy="987552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9299448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737360" y="9299448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90 días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10415016"/>
            <a:ext cx="5852160" cy="987552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10415016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737360" y="10415016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difícil ya está resuelto. Falta la narrativa.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420624" cy="420624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5786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ya definida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2935224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Paleta, tipografía, tono “cercano, directo, con actitud” — manual de marca cerrado.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749040"/>
            <a:ext cx="420624" cy="420624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7216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Drops operativo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97280" y="4078224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Countdown, stock limitado, reglas claras: no se extiende, no se repite el mismo Drop.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892040"/>
            <a:ext cx="420624" cy="420624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8646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niveles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7280" y="5221224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/ Silver / Gold / Black ya definido para clientes recurrentes.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6126480"/>
            <a:ext cx="5852160" cy="3977640"/>
          </a:xfrm>
          <a:prstGeom prst="roundRect">
            <a:avLst>
              <a:gd name="adj" fmla="val 2069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64465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DE PARTIDA REAL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8762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@tony.importa2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822960" y="7589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822960" y="8503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publicaciones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7589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3474720" y="8503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seguidores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9006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cuenta arranca literalmente vacía. No hay audiencia ni contenido que optimizar — solo una marca ya resuelta puertas adentro, esperando su primer contenido.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A RESOLVER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mismo Drop, dos preguntas distintas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3383280"/>
          </a:xfrm>
          <a:prstGeom prst="roundRect">
            <a:avLst>
              <a:gd name="adj" fmla="val 243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880360"/>
            <a:ext cx="1312164" cy="310896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FF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80360"/>
            <a:ext cx="1312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Renovar el ropero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“¿Qué me llevo por $70K / $150K / $250K / $400K?”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variedad, calidad, precio y estética. La respuesta es un look completo en una sola compra.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6172200"/>
            <a:ext cx="5852160" cy="3383280"/>
          </a:xfrm>
          <a:prstGeom prst="roundRect">
            <a:avLst>
              <a:gd name="adj" fmla="val 243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6446520"/>
            <a:ext cx="1312164" cy="310896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46520"/>
            <a:ext cx="1312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69494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Empezar a vender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7543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“¿Cuánto puedo vender con este Drop?”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836676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stock inicial sin la barrera de negociar con un mayorista. Hoy este público está desatendido.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· ARGENTINA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cierre de venta real es WhatsApp, no un checkout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1280160"/>
          </a:xfrm>
          <a:prstGeom prst="roundRect">
            <a:avLst>
              <a:gd name="adj" fmla="val 642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606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57400" y="2606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saladitas relevadas en el país, con 86.728 vendedores informales (Diario de Cuyo, 2017).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4050792"/>
            <a:ext cx="5852160" cy="1280160"/>
          </a:xfrm>
          <a:prstGeom prst="roundRect">
            <a:avLst>
              <a:gd name="adj" fmla="val 642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4050792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057400" y="4050792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informalidad laboral urbana a fines de 2025 (INDEC) — contexto del mercado.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5495544"/>
            <a:ext cx="5852160" cy="1280160"/>
          </a:xfrm>
          <a:prstGeom prst="roundRect">
            <a:avLst>
              <a:gd name="adj" fmla="val 642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5495544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057400" y="5495544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Shop no está activo en Argentina — el contenido empuja tráfico a WhatsApp.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70317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COMPETIDORES RELEVADOS (a confirmar en vivo)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7397496"/>
            <a:ext cx="5852160" cy="118872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75803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@drops_ba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7909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~295K seg.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82021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Sneakers/streetwear, +10 años de trayectoria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8750808"/>
            <a:ext cx="5852160" cy="118872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89336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@importadoslaplata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9262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~217K seg.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9555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Ropa importada, sin mecánica de Drop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10104120"/>
            <a:ext cx="5852160" cy="118872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10287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@urbanoimportadormayorista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106161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~31K seg.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109087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mayorista — deja al consumidor final sin oferta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avatares, tres razones distintas para comprar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2834640"/>
          </a:xfrm>
          <a:prstGeom prst="roundRect">
            <a:avLst>
              <a:gd name="adj" fmla="val 290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807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6596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 años. Compara precio y estética. Compra cuando ve prueba social y stock real.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4233672"/>
            <a:ext cx="5303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361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OBJECIÓN CLAVE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 original o réplica?”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5605272"/>
            <a:ext cx="5852160" cy="2834640"/>
          </a:xfrm>
          <a:prstGeom prst="roundRect">
            <a:avLst>
              <a:gd name="adj" fmla="val 290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5806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5833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Emprendedor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638251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18-35 años, capital bajo-medio. Miedo a quedarse con stock sin vender.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7232904"/>
            <a:ext cx="5303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7360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OBJECIÓN CLAVE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761695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“¿Y si no vendo todo?”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8604504"/>
            <a:ext cx="5852160" cy="2834640"/>
          </a:xfrm>
          <a:prstGeom prst="roundRect">
            <a:avLst>
              <a:gd name="adj" fmla="val 290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88056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65960" y="88331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Revendedor existente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9381744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vende, busca ampliar variedad sin negociar con un mayorista nuevo.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10232136"/>
            <a:ext cx="5303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103601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OBJECIÓN CLAVE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1061618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“¿Por qué te compro a vos?”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“Drop Commerce”: una intersección que nadie ocupa entera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pieza de este modelo existe por separado en otros mercados. No encontramos una marca que las una todas.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3063240"/>
            <a:ext cx="2834640" cy="1691640"/>
          </a:xfrm>
          <a:prstGeom prst="roundRect">
            <a:avLst>
              <a:gd name="adj" fmla="val 48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3264408"/>
            <a:ext cx="118872" cy="118872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3465576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Mystery boxes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401421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EE.UU.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42702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de valor por tier de precio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0440" y="3063240"/>
            <a:ext cx="2834640" cy="1691640"/>
          </a:xfrm>
          <a:prstGeom prst="roundRect">
            <a:avLst>
              <a:gd name="adj" fmla="val 48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3264408"/>
            <a:ext cx="118872" cy="118872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3465576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Reseller starter packs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21608" y="401421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EE.UU. / Europa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21608" y="42702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“para revender”, bajo compromiso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937760"/>
            <a:ext cx="2834640" cy="1691640"/>
          </a:xfrm>
          <a:prstGeom prst="roundRect">
            <a:avLst>
              <a:gd name="adj" fmla="val 48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" y="5138928"/>
            <a:ext cx="118872" cy="118872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5340096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Cajas curadas (Stitch Fix)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4088" y="588873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EE.UU. / España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" y="614476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paga por curaduría lista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20440" y="4937760"/>
            <a:ext cx="2834640" cy="1691640"/>
          </a:xfrm>
          <a:prstGeom prst="roundRect">
            <a:avLst>
              <a:gd name="adj" fmla="val 48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21608" y="5138928"/>
            <a:ext cx="118872" cy="118872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22" name="Text 20"/>
          <p:cNvSpPr/>
          <p:nvPr/>
        </p:nvSpPr>
        <p:spPr>
          <a:xfrm>
            <a:off x="3721608" y="5340096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del Drop (Nike/Supreme)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21608" y="588873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21608" y="614476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Escasez programada como mecánica de deseo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6903720"/>
            <a:ext cx="5852160" cy="1691640"/>
          </a:xfrm>
          <a:prstGeom prst="roundRect">
            <a:avLst>
              <a:gd name="adj" fmla="val 4865"/>
            </a:avLst>
          </a:prstGeom>
          <a:solidFill>
            <a:srgbClr val="1F1006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7132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Tony NO debe ser: un modelo de venta directa/MLM.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77266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reclutamiento, sin comisión por captar revendedores, sin presión a escalar inventario, sin promesa de ingreso.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1A080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CRÍTICO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“Calidad G5 Premium” no es una certificación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jerga informal del mercado de réplicas/reps. Ni siquiera dentro de ese mercado hay un rango fijo: un revendedor argentino real (Bucanero Calzados) ubica “Top Quality” por encima de “G5”.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0"/>
            <a:ext cx="5852160" cy="1691640"/>
          </a:xfrm>
          <a:prstGeom prst="roundRect">
            <a:avLst>
              <a:gd name="adj" fmla="val 4865"/>
            </a:avLst>
          </a:prstGeom>
          <a:solidFill>
            <a:srgbClr val="241111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4069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sello oficial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6177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organismo independiente respalda el término — cada vendedor lo define a su manera.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5715000"/>
            <a:ext cx="5852160" cy="1691640"/>
          </a:xfrm>
          <a:prstGeom prst="roundRect">
            <a:avLst>
              <a:gd name="adj" fmla="val 4865"/>
            </a:avLst>
          </a:prstGeom>
          <a:solidFill>
            <a:srgbClr val="241111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5943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marca y legal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64922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Usarlo junto a siluetas tipo Nike/Jordan puede leerse como señal de producto no autorizado.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7589520"/>
            <a:ext cx="5852160" cy="1691640"/>
          </a:xfrm>
          <a:prstGeom prst="roundRect">
            <a:avLst>
              <a:gd name="adj" fmla="val 4865"/>
            </a:avLst>
          </a:prstGeom>
          <a:solidFill>
            <a:srgbClr val="241111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7818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hacemos mientras tanto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83667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pieza de este proyecto usa “G5 Premium” hasta definir con ustedes qué es el producto exactamente.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DROPS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niveles, cuatro lógicas distintas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1965960"/>
          </a:xfrm>
          <a:prstGeom prst="roundRect">
            <a:avLst>
              <a:gd name="adj" fmla="val 418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80720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0D0D"/>
          </a:solidFill>
          <a:ln w="15875">
            <a:solidFill>
              <a:srgbClr val="FF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072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28600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3392424"/>
            <a:ext cx="5340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de entrada al sistema — para probar antes de invertir más.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4096512"/>
            <a:ext cx="5340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nuevo — no existe todavía en el manual ni el CRM.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4727448"/>
            <a:ext cx="5852160" cy="1965960"/>
          </a:xfrm>
          <a:prstGeom prst="roundRect">
            <a:avLst>
              <a:gd name="adj" fmla="val 418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8952" y="4928616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0D0D"/>
          </a:solidFill>
          <a:ln w="15875">
            <a:solidFill>
              <a:srgbClr val="FFD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49286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286000" y="50017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" y="5513832"/>
            <a:ext cx="5340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Buzo + jogger + gorra. El primer look completo, o el primer stock real.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6217920"/>
            <a:ext cx="5340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Definido.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6848856"/>
            <a:ext cx="5852160" cy="1965960"/>
          </a:xfrm>
          <a:prstGeom prst="roundRect">
            <a:avLst>
              <a:gd name="adj" fmla="val 418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7050024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0D0D"/>
          </a:solidFill>
          <a:ln w="15875">
            <a:solidFill>
              <a:srgbClr val="00A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70500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286000" y="71231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8952" y="7635240"/>
            <a:ext cx="5340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Campera + jogger + buzo. Mejora de calidad percibida, no solo cantidad.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" y="8339328"/>
            <a:ext cx="5340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Definido.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8970264"/>
            <a:ext cx="5852160" cy="1965960"/>
          </a:xfrm>
          <a:prstGeom prst="roundRect">
            <a:avLst>
              <a:gd name="adj" fmla="val 418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952" y="9171432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0D0D"/>
          </a:solidFill>
          <a:ln w="15875">
            <a:solidFill>
              <a:srgbClr val="FF1E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9171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286000" y="92445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8952" y="9756648"/>
            <a:ext cx="5340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Puffer + rompeviento + jogger + buzo + gorra + riñonera. El combo completo.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" y="10460736"/>
            <a:ext cx="5340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Definido.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mensajes, una sola marca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1600200"/>
          </a:xfrm>
          <a:prstGeom prst="roundRect">
            <a:avLst>
              <a:gd name="adj" fmla="val 514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834640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FF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3464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32644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Renová tu ropero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6850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inteligente de indumentaria deportiva.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389120"/>
            <a:ext cx="5852160" cy="1600200"/>
          </a:xfrm>
          <a:prstGeom prst="roundRect">
            <a:avLst>
              <a:gd name="adj" fmla="val 514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4617720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1772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504748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Empezá a vender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" y="54681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Drop como stock inicial para emprender.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6309360"/>
            <a:ext cx="5852160" cy="2286000"/>
          </a:xfrm>
          <a:prstGeom prst="roundRect">
            <a:avLst>
              <a:gd name="adj" fmla="val 3600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65653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no separar en submarcas?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70866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sistema de Drops ya prueba que ambos públicos comparten el punto de entrada. Separar en marcas distintas duplicaría el costo de construir reconocimiento sin necesidad.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601200"/>
            <a:ext cx="4572000" cy="4572000"/>
          </a:xfrm>
          <a:prstGeom prst="ellipse">
            <a:avLst/>
          </a:prstGeom>
          <a:solidFill>
            <a:srgbClr val="1A080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CREATIVO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 ABRE”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33375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Drop no es un descuento. Es una puerta que se abre y después se cierra sola.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0"/>
            <a:ext cx="365760" cy="3657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453542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Repetible sin agotarse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488289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Drop nuevo es una nueva apertura, con su propio teaser / reveal / cierre.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5715000"/>
            <a:ext cx="365760" cy="3657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567842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Coherente con el negocio real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51560" y="602589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de Drops ya funciona así — el concepto nombra lo que el producto ya hace.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6858000"/>
            <a:ext cx="365760" cy="3657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6858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682142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con los dos públicos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51560" y="716889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puerta se abre igual para quien renueva el ropero y para quien emprende.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CONTENIDO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Nueve pilares. Ninguno solo, todos mezclados.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606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794760" y="260604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calendario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3694176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69417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794760" y="3694176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3694176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calendario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4782312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78231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794760" y="4782312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478231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calendario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5870448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87044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794760" y="5870448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5870448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calendario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6958584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695858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3794760" y="6958584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6958584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calendario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8046720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8046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3794760" y="80467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0" y="80467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calendario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9134856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913485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3794760" y="9134856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54880" y="9134856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calendario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10222992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" y="1022299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3794760" y="10222992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54880" y="1022299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calendario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11311128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7240" y="1131112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3794760" y="11311128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754880" y="11311128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calendario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EN 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series y 150 hooks, ya escritos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DESTACADAS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me llevo por...?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0" y="2770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182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82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¿Con cuánto empiezo?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32095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36210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agotó en...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36484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+ PROOF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40599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0599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de revendedor novato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4087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4498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498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Objeción del Día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4937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Venta (UGC)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0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5605272"/>
            <a:ext cx="5852160" cy="4343400"/>
          </a:xfrm>
          <a:prstGeom prst="roundRect">
            <a:avLst>
              <a:gd name="adj" fmla="val 1895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833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LIBRARY · 14 CATEGORÍAS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619963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“Esto es literalmente todo lo que te llevás por $70K.”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70408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 $70K podés arrancar a vender. Así es como.”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788212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“Quedan [X] combos. Después no hay.”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8723376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“¿Comprar de a prenda es más caro? Hagamos la cuenta.”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94000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Curiosidad · Precio · Valor · Emprendimiento · Humor · Controversia · Comparación · Transformación · Urgencia · Stock · Calidad · Dinero · Estilo · Marco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CONFIRMADO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Colom ya está en la órbita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3063240"/>
          </a:xfrm>
          <a:prstGeom prst="roundRect">
            <a:avLst>
              <a:gd name="adj" fmla="val 268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880360"/>
            <a:ext cx="868680" cy="868680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80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@marqo.ec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3328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Emiliano Colom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41148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seguidores confirmados en vivo (13-08-2026)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709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“Fútbol &amp; Viajes / Emprendimiento @kairo.stamp”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seguido por @ama.blur y @cuervo.8v — no es un contacto en frío.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5943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PROPUESTO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6263640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6263640"/>
            <a:ext cx="73152" cy="1417320"/>
          </a:xfrm>
          <a:prstGeom prst="roundRect">
            <a:avLst/>
          </a:prstGeom>
          <a:solidFill>
            <a:srgbClr val="FF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64648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Emprendedor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" y="683056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propio negocio (@kairo.stamp) es el ángulo más real que tenemos — a confirmar antes de escribir guiones.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7836408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7836408"/>
            <a:ext cx="73152" cy="1417320"/>
          </a:xfrm>
          <a:prstGeom prst="roundRect">
            <a:avLst/>
          </a:prstGeom>
          <a:solidFill>
            <a:srgbClr val="FFD6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80375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Creador (fútbol / lifestyle)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" y="8403336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en la línea de lo que ya publica — no forzamos un ángulo de moda que su cuenta no respalda hoy.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9409176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9409176"/>
            <a:ext cx="73152" cy="1417320"/>
          </a:xfrm>
          <a:prstGeom prst="roundRect">
            <a:avLst/>
          </a:prstGeom>
          <a:solidFill>
            <a:srgbClr val="00A8FF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96103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9976104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los Drops. Bajo riesgo, alto alcance dado el volumen de audiencia ya confirmado.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LANZAMIENTO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Drop es un evento, no una publicación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67512" y="2697480"/>
            <a:ext cx="0" cy="5815584"/>
          </a:xfrm>
          <a:prstGeom prst="line">
            <a:avLst/>
          </a:prstGeom>
          <a:noFill/>
          <a:ln w="254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2606040"/>
            <a:ext cx="182880" cy="182880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14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2496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2807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marca general, sin mencionar el próximo Drop.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3502152"/>
            <a:ext cx="182880" cy="18288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107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33924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muestra parcialmente qué trae el próximo Drop.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" y="4398264"/>
            <a:ext cx="182880" cy="182880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068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42885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4599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comunica el nivel/precio con claridad.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" y="5294376"/>
            <a:ext cx="182880" cy="182880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029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5184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54955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regresiva en todos los canales.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" y="6190488"/>
            <a:ext cx="182880" cy="18288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60990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6080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Lanzamiento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63916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Drop abre. Máxima frecuencia de publicación.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" y="7086600"/>
            <a:ext cx="182880" cy="182880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6995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920240" y="6976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social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20240" y="7287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Primeras compras, primeros mensajes.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" y="7982712"/>
            <a:ext cx="182880" cy="182880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78912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20240" y="78729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Drop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20240" y="8183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Últimas unidades, o anuncio del siguiente.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9015984"/>
            <a:ext cx="5852160" cy="1737360"/>
          </a:xfrm>
          <a:prstGeom prst="roundRect">
            <a:avLst>
              <a:gd name="adj" fmla="val 473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92445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que no se toca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77240" y="9610344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stock llega a cero, el Drop termina aunque falten horas — y no se repite de inmediato. Romperla una vez, y la urgencia deja de ser creíble.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VENTAS, CRM Y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embudo real: contenido → WhatsApp → dato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606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310128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3101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381304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014216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01421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/ WhatsApp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5171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718304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de Drop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522122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422392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4223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592531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6126480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FF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1264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6766560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" y="6995160"/>
            <a:ext cx="128016" cy="128016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689457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WhatsApp, no checkout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8952" y="7269480"/>
            <a:ext cx="534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Shop no existe en AR y el checkout nativo de Instagram no está confirmado — WhatsApp es el canal de cierre real.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8321040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" y="8549640"/>
            <a:ext cx="128016" cy="128016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844905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Atribución sin checkout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8952" y="8823960"/>
            <a:ext cx="534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corto por pieza de contenido + la pregunta “¿por dónde nos encontraste?” al cerrar.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9875520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8952" y="10104120"/>
            <a:ext cx="128016" cy="128016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1000353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por segmento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8952" y="10378440"/>
            <a:ext cx="534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 / Emprendedor / Revendedor, cruzado con el programa de niveles Bronze-Black ya existente.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90 DÍAS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→ Launch →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2697480"/>
          </a:xfrm>
          <a:prstGeom prst="roundRect">
            <a:avLst>
              <a:gd name="adj" fmla="val 305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83464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5875">
            <a:solidFill>
              <a:srgbClr val="FF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1–30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+ Positioning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749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bloqueos (G5, Drop $70K, Marco)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423367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4233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jornada de producción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47183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7183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orgánico, sin campaña paga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486400"/>
            <a:ext cx="5852160" cy="2697480"/>
          </a:xfrm>
          <a:prstGeom prst="roundRect">
            <a:avLst>
              <a:gd name="adj" fmla="val 305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571500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5875">
            <a:solidFill>
              <a:srgbClr val="FFD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715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31–60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6172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Launch + Growth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6629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6629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lanzamiento con tracking activo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711403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7114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B (emprendedor) con más fuerza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75986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75986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inversión paga, acotada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8366760"/>
            <a:ext cx="5852160" cy="2697480"/>
          </a:xfrm>
          <a:prstGeom prst="roundRect">
            <a:avLst>
              <a:gd name="adj" fmla="val 305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85953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5875">
            <a:solidFill>
              <a:srgbClr val="00A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8595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61–90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9052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+ Scale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77240" y="9509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9509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 con datos reales, no hipótesis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99943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99943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inversión según ROAS/CAC real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" y="1047902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104790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+ propuesta de próximos 90 días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necesitamos de ustedes para arrancar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420624" cy="420624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5786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Conversación sobre “G5 Premium”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93522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realmente el producto — condiciona toda la comunicación de calidad.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776472"/>
            <a:ext cx="420624" cy="420624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el Drop $70K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10565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prendas y contenido — no existe todavía en el manual ni el CRM.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946904"/>
            <a:ext cx="420624" cy="420624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91947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 y márgenes por Drop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27608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sea confidencial — necesario para la calculadora de reventa y los KPIs.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6117336"/>
            <a:ext cx="420624" cy="420624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6117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6089904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@kairo.stamp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644652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el emprendimiento de Marco, antes de escribir contenido sobre él.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7424928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1A0808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7424928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de estos puntos frena el arranque — el contenido, el concepto creativo y el sistema de lanzamiento son independientes de ellos.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· DROP COMMERCE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2026-08-17T19:20:06Z</dcterms:created>
  <dcterms:modified xsi:type="dcterms:W3CDTF">2026-08-17T19:20:06Z</dcterms:modified>
</cp:coreProperties>
</file>