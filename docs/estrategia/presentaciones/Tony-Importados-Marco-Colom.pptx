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377440"/>
            <a:ext cx="5943600" cy="5943600"/>
          </a:xfrm>
          <a:prstGeom prst="ellipse">
            <a:avLst/>
          </a:prstGeom>
          <a:solidFill>
            <a:srgbClr val="0A1420"/>
          </a:solidFill>
          <a:ln/>
        </p:spPr>
      </p:sp>
      <p:sp>
        <p:nvSpPr>
          <p:cNvPr id="4" name="Shape 2"/>
          <p:cNvSpPr/>
          <p:nvPr/>
        </p:nvSpPr>
        <p:spPr>
          <a:xfrm>
            <a:off x="-2560320" y="4023360"/>
            <a:ext cx="5029200" cy="5029200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</a:t>
            </a:r>
            <a:endParaRPr lang="en-US" sz="78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300" kern="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IMPORTADOS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806440" y="24688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6720840" y="2606040"/>
            <a:ext cx="914400" cy="914400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818120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COLOM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818120" y="3127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@marqo.ec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PROPUESTA DE COLABORACIÓN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Commerce — cómo encajás en el sistema de Drops de Tony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BLUR y Cuervo Produce · 14-08-2026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QUIÉNES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Importados: indumentaria deportiva importada, por Drops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95728"/>
            <a:ext cx="146304" cy="14630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334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Ropa deportiva importada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3375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Streetwear urbano y deportivo: buzos, joggers, camperas, gorras, accesorios.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395728"/>
            <a:ext cx="146304" cy="146304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26334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por Drops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33375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Lanzamientos de 12-24hs, con stock limitado que no se repite. No es un catálogo permanente.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2395728"/>
            <a:ext cx="146304" cy="146304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26334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públicos, una marca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3375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Gente que arma su outfit, y gente que arma su primer stock para revender.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arrancamos de cero — ya estás en la conversación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977640"/>
          </a:xfrm>
          <a:prstGeom prst="roundRect">
            <a:avLst>
              <a:gd name="adj" fmla="val 206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23160"/>
            <a:ext cx="914400" cy="914400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23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6596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@marqo.ec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965960" y="29443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108K seguidores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“Fútbol &amp; Viajes / Emprendimiento @kairo.stamp”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propio proyecto ya te pone del lado de quien arma algo desde cero — exactamente la historia que también queremos contar con Tony.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66360"/>
            <a:ext cx="448056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3035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seguís a @ama.blur y a @cuervo.8v — esto no es una propuesta en frío.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2148840"/>
            <a:ext cx="5559552" cy="3977640"/>
          </a:xfrm>
          <a:prstGeom prst="roundRect">
            <a:avLst>
              <a:gd name="adj" fmla="val 2069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2377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VAMOS A HACER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2743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761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todo tu contenido en publicidad.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63640" y="340156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83680" y="341985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Forzarte a hablar de moda si no es lo tuyo — tu cancha es fútbol y viajes.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63640" y="40599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0" y="40782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Pedirte nada que no puedas mostrar de forma real, sin guion forzado.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4892040"/>
            <a:ext cx="498348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502920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sí: contenido que ya se parece a lo que hacés, con el sistema de Drops de Tony como una capa más, no un reemplazo.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 UN DROP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 24 horas. Stock limitado. No se repite.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Teaser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45643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anuncia que se viene un Drop nuevo.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219456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4176" y="2423160"/>
            <a:ext cx="457200" cy="457200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1" name="Text 9"/>
          <p:cNvSpPr/>
          <p:nvPr/>
        </p:nvSpPr>
        <p:spPr>
          <a:xfrm>
            <a:off x="3694176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94176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94176" y="345643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regresiva y stock visibles en tiempo real.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1072" y="219456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19672" y="2423160"/>
            <a:ext cx="457200" cy="457200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19672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19672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vende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45643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Combos armados, no prendas sueltas.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16568" y="219456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45168" y="2423160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21" name="Text 19"/>
          <p:cNvSpPr/>
          <p:nvPr/>
        </p:nvSpPr>
        <p:spPr>
          <a:xfrm>
            <a:off x="934516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45168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cierra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45168" y="345643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 a cero o se acaba el tiempo — no se extiende.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rol en esto no es leer un guion de venta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536752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mostrar el Drop como algo que pasa de verdad — con la misma actitud con la que ya mostrás tu día a día. La urgencia es real: cuando se agota, se agota.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ROL PROPUESTO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roles, ninguno forzado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Emprendedor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Contás tu propia experiencia con @kairo.stamp — lo que aprendiste armando algo desde cero.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3774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D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3774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Creador (fútbol / lifestyle)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1772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Seguís haciendo lo tuyo — entrenamientos, viajes — con Tony como parte natural del contenido.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23774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00A8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3774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Presentás los Drops cuando abren. Directo, sin vueltas.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DE CONTENIDO PARA 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que construye audiencia, no solo que vende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59152"/>
            <a:ext cx="146304" cy="14630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06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Entrenamiento o viaje con el outfit del Drop puesto — en tu rutina real.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031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2359152"/>
            <a:ext cx="146304" cy="146304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606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Entrepreneurship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3017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experiencia con @kairo.stamp: lo que aprendiste armando algo propio.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462272"/>
            <a:ext cx="146304" cy="146304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51206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y formatos virales — sin venta directa, solo alcance.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4462272"/>
            <a:ext cx="146304" cy="14630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Response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46520" y="51206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Presentás un Drop, contás cuánto queda, marcás la urgencia real.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80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DEL JUEGO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prometemos ganancias, ni te pedimos que lo hagas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234440"/>
          </a:xfrm>
          <a:prstGeom prst="roundRect">
            <a:avLst>
              <a:gd name="adj" fmla="val 6667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551176"/>
            <a:ext cx="438912" cy="438912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51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promesas de ingresos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77063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nosotros ni vos hablamos de cifras de venta o ganancia como si fueran garantizadas.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08792" cy="1234440"/>
          </a:xfrm>
          <a:prstGeom prst="roundRect">
            <a:avLst>
              <a:gd name="adj" fmla="val 6667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968496"/>
            <a:ext cx="438912" cy="438912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7673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estructura de reclutamiento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418795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es venta directa ni un esquema de captar gente — es un combo de producto, con reventa opcional.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10908792" cy="1234440"/>
          </a:xfrm>
          <a:prstGeom prst="roundRect">
            <a:avLst>
              <a:gd name="adj" fmla="val 6667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5385816"/>
            <a:ext cx="438912" cy="438912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385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91640" y="51846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Ejemplos, siempre marcados como ejemplos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56052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mostramos un número, se aclara que es hipotético — nunca una expectativa real.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PRÓXIMAS SEMANAS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arrancaríamos, si te suma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231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23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Charla + jornada de producción liviana: algunas piezas de Lifestyle y Entrepreneurship, sin presión de venta.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19456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4231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D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423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2-3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3017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Primeras piezas publicadas, mezcladas con tu contenido habitual. Medimos cómo responde tu audiencia.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2194560"/>
            <a:ext cx="3520440" cy="384048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24231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00A8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423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3017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Drop presentado por vos, con los aprendizajes de las semanas anteriores.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hablamos y lo definimos juntos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49240" cy="3931920"/>
          </a:xfrm>
          <a:prstGeom prst="roundRect">
            <a:avLst>
              <a:gd name="adj" fmla="val 20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423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FALTA DEFINIR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comerciales — a definir en la charla, ninguna cifra está cerrada todavía.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37033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contar de @kairo.stamp y cómo — vos decidís qué compartir de tu propio proyecto.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6177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46177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Cadencia real de contenido — la ajustamos a tu calendario, no al revés.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194560"/>
            <a:ext cx="5285232" cy="3931920"/>
          </a:xfrm>
          <a:prstGeom prst="roundRect">
            <a:avLst>
              <a:gd name="adj" fmla="val 2093"/>
            </a:avLst>
          </a:prstGeom>
          <a:solidFill>
            <a:srgbClr val="1F1006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37960" y="2423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charla de 20 minutos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33375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BLUR y Cuervo Produce, para resolver dudas y ver si esto suma para los dos lados — sin compromiso todavía.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4709160"/>
            <a:ext cx="4709160" cy="0"/>
          </a:xfrm>
          <a:prstGeom prst="line">
            <a:avLst/>
          </a:prstGeom>
          <a:noFill/>
          <a:ln w="12700">
            <a:solidFill>
              <a:srgbClr val="3A20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 vía @cuervo.8v o @ama.blur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× MARCO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2026-08-15T03:11:57Z</dcterms:created>
  <dcterms:modified xsi:type="dcterms:W3CDTF">2026-08-15T03:11:57Z</dcterms:modified>
</cp:coreProperties>
</file>