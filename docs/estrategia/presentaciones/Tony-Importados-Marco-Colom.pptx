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6858000" cy="12188952"/>
  <p:notesSz cx="12188952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0" y="-3200400"/>
            <a:ext cx="5943600" cy="5943600"/>
          </a:xfrm>
          <a:prstGeom prst="ellipse">
            <a:avLst/>
          </a:prstGeom>
          <a:solidFill>
            <a:srgbClr val="0A1420"/>
          </a:solidFill>
          <a:ln/>
        </p:spPr>
      </p:sp>
      <p:sp>
        <p:nvSpPr>
          <p:cNvPr id="3" name="Shape 1"/>
          <p:cNvSpPr/>
          <p:nvPr/>
        </p:nvSpPr>
        <p:spPr>
          <a:xfrm>
            <a:off x="-3200400" y="9601200"/>
            <a:ext cx="5029200" cy="5029200"/>
          </a:xfrm>
          <a:prstGeom prst="ellipse">
            <a:avLst/>
          </a:prstGeom>
          <a:solidFill>
            <a:srgbClr val="1A080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468880"/>
            <a:ext cx="6217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TONY</a:t>
            </a:r>
            <a:endParaRPr lang="en-US" sz="6800" dirty="0"/>
          </a:p>
        </p:txBody>
      </p:sp>
      <p:sp>
        <p:nvSpPr>
          <p:cNvPr id="5" name="Shape 3"/>
          <p:cNvSpPr/>
          <p:nvPr/>
        </p:nvSpPr>
        <p:spPr>
          <a:xfrm>
            <a:off x="502920" y="3657600"/>
            <a:ext cx="42062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365760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spc="200" kern="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IMPORTADOS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1371600" y="4709160"/>
            <a:ext cx="822960" cy="822960"/>
          </a:xfrm>
          <a:prstGeom prst="ellipse">
            <a:avLst/>
          </a:prstGeom>
          <a:solidFill>
            <a:srgbClr val="00A8FF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4709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377440" y="48280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COLOM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377440" y="517550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@marqo.ec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PROPUESTA DE COLABORACIÓN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" y="653796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Commerce — cómo encajás en el sistema de Drops de Tony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11475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BLUR y Cuervo Produce · 14-08-2026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FF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QUIÉNES SOMOS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5852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Tony Importados: indumentaria deportiva importada, por Drops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2606040"/>
            <a:ext cx="5852160" cy="2377440"/>
          </a:xfrm>
          <a:prstGeom prst="roundRect">
            <a:avLst>
              <a:gd name="adj" fmla="val 3462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880360"/>
            <a:ext cx="146304" cy="146304"/>
          </a:xfrm>
          <a:prstGeom prst="ellipse">
            <a:avLst/>
          </a:prstGeom>
          <a:solidFill>
            <a:srgbClr val="FF1E1E"/>
          </a:solidFill>
          <a:ln/>
        </p:spPr>
      </p:sp>
      <p:sp>
        <p:nvSpPr>
          <p:cNvPr id="6" name="Text 4"/>
          <p:cNvSpPr/>
          <p:nvPr/>
        </p:nvSpPr>
        <p:spPr>
          <a:xfrm>
            <a:off x="1033272" y="277977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Ropa deportiva importada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29184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Streetwear urbano y deportivo: buzos, joggers, camperas, gorras, accesorios.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5166360"/>
            <a:ext cx="5852160" cy="2377440"/>
          </a:xfrm>
          <a:prstGeom prst="roundRect">
            <a:avLst>
              <a:gd name="adj" fmla="val 3462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5440680"/>
            <a:ext cx="146304" cy="146304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10" name="Text 8"/>
          <p:cNvSpPr/>
          <p:nvPr/>
        </p:nvSpPr>
        <p:spPr>
          <a:xfrm>
            <a:off x="1033272" y="534009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 por Drops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585216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Lanzamientos de 12-24hs, con stock limitado que no se repite. No es un catálogo permanente.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7726680"/>
            <a:ext cx="5852160" cy="2377440"/>
          </a:xfrm>
          <a:prstGeom prst="roundRect">
            <a:avLst>
              <a:gd name="adj" fmla="val 3462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8001000"/>
            <a:ext cx="146304" cy="146304"/>
          </a:xfrm>
          <a:prstGeom prst="ellipse">
            <a:avLst/>
          </a:prstGeom>
          <a:solidFill>
            <a:srgbClr val="00A8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33272" y="790041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públicos, una marca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841248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Gente que arma su outfit, y gente que arma su primer stock para revender.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89320" y="117500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117500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TONY IMPORTADOS × MARCO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VOS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5852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arrancamos de cero — ya estás en la conversación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2606040"/>
            <a:ext cx="5852160" cy="3657600"/>
          </a:xfrm>
          <a:prstGeom prst="roundRect">
            <a:avLst>
              <a:gd name="adj" fmla="val 2250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880360"/>
            <a:ext cx="822960" cy="822960"/>
          </a:xfrm>
          <a:prstGeom prst="ellipse">
            <a:avLst/>
          </a:prstGeom>
          <a:solidFill>
            <a:srgbClr val="00A8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880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83080" y="29992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@marqo.ec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83080" y="33649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108K seguidores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39319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“Fútbol &amp; Viajes / Emprendimiento @kairo.stamp”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448056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propio proyecto ya te pone del lado de quien arma algo desde cero — exactamente la historia que también queremos contar con Tony.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5349240"/>
            <a:ext cx="530352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548640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seguís a @ama.blur y a @cuervo.8v — esto no es una propuesta en frío.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6400800"/>
            <a:ext cx="5852160" cy="2697480"/>
          </a:xfrm>
          <a:prstGeom prst="roundRect">
            <a:avLst>
              <a:gd name="adj" fmla="val 3051"/>
            </a:avLst>
          </a:prstGeom>
          <a:solidFill>
            <a:srgbClr val="141414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66294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NO VAMOS A HACER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699516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24712" y="701344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Convertir todo tu contenido en publicidad.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77240" y="763524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24712" y="765352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Forzarte a hablar de moda si no es lo tuyo — tu cancha es fútbol y viajes.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77240" y="827532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24712" y="829360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Pedirte nada que no puedas mostrar de forma real, sin guion forzado.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989320" y="117500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117500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TONY IMPORTADOS × MARCO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00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FUNCIONA UN DROP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5852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a 24 horas. Stock limitado. No se repite.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2606040"/>
            <a:ext cx="5852160" cy="1280160"/>
          </a:xfrm>
          <a:prstGeom prst="roundRect">
            <a:avLst>
              <a:gd name="adj" fmla="val 6429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2862072"/>
            <a:ext cx="502920" cy="502920"/>
          </a:xfrm>
          <a:prstGeom prst="ellipse">
            <a:avLst/>
          </a:prstGeom>
          <a:solidFill>
            <a:srgbClr val="FF1E1E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" y="2862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463040" y="282549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Teaser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463040" y="3172968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anuncia que se viene un Drop nuevo.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4050792"/>
            <a:ext cx="5852160" cy="1280160"/>
          </a:xfrm>
          <a:prstGeom prst="roundRect">
            <a:avLst>
              <a:gd name="adj" fmla="val 6429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58952" y="4306824"/>
            <a:ext cx="502920" cy="502920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" y="43068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463040" y="427024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463040" y="461772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Cuenta regresiva y stock visibles en tiempo real.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5495544"/>
            <a:ext cx="5852160" cy="1280160"/>
          </a:xfrm>
          <a:prstGeom prst="roundRect">
            <a:avLst>
              <a:gd name="adj" fmla="val 6429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58952" y="5751576"/>
            <a:ext cx="502920" cy="502920"/>
          </a:xfrm>
          <a:prstGeom prst="ellipse">
            <a:avLst/>
          </a:prstGeom>
          <a:solidFill>
            <a:srgbClr val="00A8FF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" y="5751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463040" y="57150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vende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463040" y="6062472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Combos armados, no prendas sueltas.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6940296"/>
            <a:ext cx="5852160" cy="1280160"/>
          </a:xfrm>
          <a:prstGeom prst="roundRect">
            <a:avLst>
              <a:gd name="adj" fmla="val 6429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58952" y="7196328"/>
            <a:ext cx="502920" cy="502920"/>
          </a:xfrm>
          <a:prstGeom prst="ellipse">
            <a:avLst/>
          </a:prstGeom>
          <a:solidFill>
            <a:srgbClr val="FF1E1E"/>
          </a:solidFill>
          <a:ln/>
        </p:spPr>
      </p:sp>
      <p:sp>
        <p:nvSpPr>
          <p:cNvPr id="21" name="Text 19"/>
          <p:cNvSpPr/>
          <p:nvPr/>
        </p:nvSpPr>
        <p:spPr>
          <a:xfrm>
            <a:off x="758952" y="7196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463040" y="715975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cierra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463040" y="7507224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Llega a cero o se acaba el tiempo — no se extiende.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8476488"/>
            <a:ext cx="5852160" cy="1691640"/>
          </a:xfrm>
          <a:prstGeom prst="roundRect">
            <a:avLst>
              <a:gd name="adj" fmla="val 4865"/>
            </a:avLst>
          </a:prstGeom>
          <a:solidFill>
            <a:srgbClr val="141414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77240" y="870508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rol acá no es leer un guion de venta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9253728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mostrar el Drop como algo que pasa de verdad, con la misma actitud con la que ya mostrás tu día a día. La urgencia es real: cuando se agota, se agota.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989320" y="117500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" y="117500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TONY IMPORTADOS × MARCO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FF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ROL PROPUESTO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5852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roles, ninguno forzado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2606040"/>
            <a:ext cx="5852160" cy="2514600"/>
          </a:xfrm>
          <a:prstGeom prst="roundRect">
            <a:avLst>
              <a:gd name="adj" fmla="val 3273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862072"/>
            <a:ext cx="5303520" cy="411480"/>
          </a:xfrm>
          <a:prstGeom prst="roundRect">
            <a:avLst>
              <a:gd name="adj" fmla="val 17778"/>
            </a:avLst>
          </a:prstGeom>
          <a:solidFill>
            <a:srgbClr val="0D0D0D"/>
          </a:solidFill>
          <a:ln w="15875">
            <a:solidFill>
              <a:srgbClr val="FF1E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86207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Emprendedor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347472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Contás tu propia experiencia con @kairo.stamp — lo que aprendiste armando algo desde cero.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5303520"/>
            <a:ext cx="5852160" cy="2514600"/>
          </a:xfrm>
          <a:prstGeom prst="roundRect">
            <a:avLst>
              <a:gd name="adj" fmla="val 3273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5559552"/>
            <a:ext cx="5303520" cy="411480"/>
          </a:xfrm>
          <a:prstGeom prst="roundRect">
            <a:avLst>
              <a:gd name="adj" fmla="val 17778"/>
            </a:avLst>
          </a:prstGeom>
          <a:solidFill>
            <a:srgbClr val="0D0D0D"/>
          </a:solidFill>
          <a:ln w="15875">
            <a:solidFill>
              <a:srgbClr val="FFD6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555955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Creador (fútbol / lifestyle)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617220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Seguís haciendo lo tuyo — entrenamientos, viajes — con Tony como parte natural del contenido.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8001000"/>
            <a:ext cx="5852160" cy="2514600"/>
          </a:xfrm>
          <a:prstGeom prst="roundRect">
            <a:avLst>
              <a:gd name="adj" fmla="val 3273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8257032"/>
            <a:ext cx="5303520" cy="411480"/>
          </a:xfrm>
          <a:prstGeom prst="roundRect">
            <a:avLst>
              <a:gd name="adj" fmla="val 17778"/>
            </a:avLst>
          </a:prstGeom>
          <a:solidFill>
            <a:srgbClr val="0D0D0D"/>
          </a:solidFill>
          <a:ln w="15875">
            <a:solidFill>
              <a:srgbClr val="00A8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825703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886968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Presentás los Drops cuando abren. Directo, sin vueltas.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989320" y="117500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117500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TONY IMPORTADOS × MARCO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DE CONTENIDO PARA VOS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5852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 que construye audiencia, no solo que vende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2606040"/>
            <a:ext cx="5852160" cy="1783080"/>
          </a:xfrm>
          <a:prstGeom prst="roundRect">
            <a:avLst>
              <a:gd name="adj" fmla="val 4615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880360"/>
            <a:ext cx="146304" cy="146304"/>
          </a:xfrm>
          <a:prstGeom prst="ellipse">
            <a:avLst/>
          </a:prstGeom>
          <a:solidFill>
            <a:srgbClr val="FF1E1E"/>
          </a:solidFill>
          <a:ln/>
        </p:spPr>
      </p:sp>
      <p:sp>
        <p:nvSpPr>
          <p:cNvPr id="6" name="Text 4"/>
          <p:cNvSpPr/>
          <p:nvPr/>
        </p:nvSpPr>
        <p:spPr>
          <a:xfrm>
            <a:off x="1033272" y="277977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Lifestyle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264408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Entrenamiento o viaje con el outfit del Drop puesto — en tu rutina real.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4553712"/>
            <a:ext cx="5852160" cy="1783080"/>
          </a:xfrm>
          <a:prstGeom prst="roundRect">
            <a:avLst>
              <a:gd name="adj" fmla="val 4615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4828032"/>
            <a:ext cx="146304" cy="146304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10" name="Text 8"/>
          <p:cNvSpPr/>
          <p:nvPr/>
        </p:nvSpPr>
        <p:spPr>
          <a:xfrm>
            <a:off x="1033272" y="47274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Entrepreneurship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521208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experiencia con @kairo.stamp: lo que aprendiste armando algo propio.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6501384"/>
            <a:ext cx="5852160" cy="1783080"/>
          </a:xfrm>
          <a:prstGeom prst="roundRect">
            <a:avLst>
              <a:gd name="adj" fmla="val 4615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6775704"/>
            <a:ext cx="146304" cy="146304"/>
          </a:xfrm>
          <a:prstGeom prst="ellipse">
            <a:avLst/>
          </a:prstGeom>
          <a:solidFill>
            <a:srgbClr val="00A8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33272" y="6675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Entertainment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7159752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Retos y formatos virales — sin venta directa, solo alcance.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8449056"/>
            <a:ext cx="5852160" cy="1783080"/>
          </a:xfrm>
          <a:prstGeom prst="roundRect">
            <a:avLst>
              <a:gd name="adj" fmla="val 4615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8723376"/>
            <a:ext cx="146304" cy="146304"/>
          </a:xfrm>
          <a:prstGeom prst="ellipse">
            <a:avLst/>
          </a:prstGeom>
          <a:solidFill>
            <a:srgbClr val="FF1E1E"/>
          </a:solidFill>
          <a:ln/>
        </p:spPr>
      </p:sp>
      <p:sp>
        <p:nvSpPr>
          <p:cNvPr id="18" name="Text 16"/>
          <p:cNvSpPr/>
          <p:nvPr/>
        </p:nvSpPr>
        <p:spPr>
          <a:xfrm>
            <a:off x="1033272" y="86227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Response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9107424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Presentás un Drop, contás cuánto queda, marcás la urgencia real.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989320" y="117500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" y="117500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TONY IMPORTADOS × MARCO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2188952"/>
          </a:xfrm>
          <a:prstGeom prst="rect">
            <a:avLst/>
          </a:prstGeom>
          <a:solidFill>
            <a:srgbClr val="1A080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4864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FF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DEL JUEGO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5852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prometemos ganancias, ni te pedimos que lo hagas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2606040"/>
            <a:ext cx="5852160" cy="2331720"/>
          </a:xfrm>
          <a:prstGeom prst="roundRect">
            <a:avLst>
              <a:gd name="adj" fmla="val 3529"/>
            </a:avLst>
          </a:prstGeom>
          <a:solidFill>
            <a:srgbClr val="241111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2898648"/>
            <a:ext cx="457200" cy="457200"/>
          </a:xfrm>
          <a:prstGeom prst="ellipse">
            <a:avLst/>
          </a:prstGeom>
          <a:solidFill>
            <a:srgbClr val="FF1E1E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" y="2898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2825496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promesas de ingresos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5528" y="3657600"/>
            <a:ext cx="52669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8B9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 nosotros ni vos hablamos de cifras de venta o ganancia como si fueran garantizadas.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5120640"/>
            <a:ext cx="5852160" cy="2331720"/>
          </a:xfrm>
          <a:prstGeom prst="roundRect">
            <a:avLst>
              <a:gd name="adj" fmla="val 3529"/>
            </a:avLst>
          </a:prstGeom>
          <a:solidFill>
            <a:srgbClr val="241111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95528" y="5413248"/>
            <a:ext cx="457200" cy="457200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5413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3040" y="5340096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estructura de reclutamiento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95528" y="6172200"/>
            <a:ext cx="52669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8B9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 no es venta directa ni un esquema de captar gente — es un combo de producto, con reventa opcional.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7635240"/>
            <a:ext cx="5852160" cy="2331720"/>
          </a:xfrm>
          <a:prstGeom prst="roundRect">
            <a:avLst>
              <a:gd name="adj" fmla="val 3529"/>
            </a:avLst>
          </a:prstGeom>
          <a:solidFill>
            <a:srgbClr val="241111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5528" y="7927848"/>
            <a:ext cx="457200" cy="457200"/>
          </a:xfrm>
          <a:prstGeom prst="ellipse">
            <a:avLst/>
          </a:prstGeom>
          <a:solidFill>
            <a:srgbClr val="00A8FF"/>
          </a:solidFill>
          <a:ln/>
        </p:spPr>
      </p:sp>
      <p:sp>
        <p:nvSpPr>
          <p:cNvPr id="17" name="Text 15"/>
          <p:cNvSpPr/>
          <p:nvPr/>
        </p:nvSpPr>
        <p:spPr>
          <a:xfrm>
            <a:off x="795528" y="7927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7854696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Ejemplos, siempre marcados como ejemplos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95528" y="8686800"/>
            <a:ext cx="52669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8B9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mostramos un número, se aclara que es hipotético — nunca una expectativa real.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89320" y="117500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" y="117500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TONY IMPORTADOS × MARCO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00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PRÓXIMAS SEMANAS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5852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Así arrancaríamos, si te suma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2606040"/>
            <a:ext cx="5852160" cy="2514600"/>
          </a:xfrm>
          <a:prstGeom prst="roundRect">
            <a:avLst>
              <a:gd name="adj" fmla="val 3273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862072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 w="15875">
            <a:solidFill>
              <a:srgbClr val="FF1E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86207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 1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3429000"/>
            <a:ext cx="5303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Charla + jornada de producción liviana: algunas piezas de Lifestyle y Entrepreneurship, sin presión de venta.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5303520"/>
            <a:ext cx="5852160" cy="2514600"/>
          </a:xfrm>
          <a:prstGeom prst="roundRect">
            <a:avLst>
              <a:gd name="adj" fmla="val 3273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5559552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 w="15875">
            <a:solidFill>
              <a:srgbClr val="FFD6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555955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 2-3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6126480"/>
            <a:ext cx="5303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Primeras piezas publicadas, mezcladas con tu contenido habitual. Medimos cómo responde tu audiencia.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8001000"/>
            <a:ext cx="5852160" cy="2514600"/>
          </a:xfrm>
          <a:prstGeom prst="roundRect">
            <a:avLst>
              <a:gd name="adj" fmla="val 3273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8257032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 w="15875">
            <a:solidFill>
              <a:srgbClr val="00A8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82570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 4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" y="8823960"/>
            <a:ext cx="5303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 Drop presentado por vos, con los aprendizajes de las semanas anteriores.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989320" y="117500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117500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TONY IMPORTADOS × MARCO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SIGUE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5852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hablamos y lo definimos juntos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2606040"/>
            <a:ext cx="5852160" cy="3200400"/>
          </a:xfrm>
          <a:prstGeom prst="roundRect">
            <a:avLst>
              <a:gd name="adj" fmla="val 2571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8346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FALTA DEFINIR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320040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69848" y="320040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Condiciones comerciales — a definir en la charla, ninguna cifra está cerrada todavía.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388620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69848" y="388620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contar de @kairo.stamp y cómo — vos decidís qué compartir de tu propio proyecto.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457200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69848" y="457200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Cadencia real de contenido — la ajustamos a tu calendario, no al revés.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6080760"/>
            <a:ext cx="5852160" cy="3108960"/>
          </a:xfrm>
          <a:prstGeom prst="roundRect">
            <a:avLst>
              <a:gd name="adj" fmla="val 2647"/>
            </a:avLst>
          </a:prstGeom>
          <a:solidFill>
            <a:srgbClr val="1F1006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63093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 PASO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66294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charla de 20 minutos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77240" y="717804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BLUR y Cuervo Produce, para resolver dudas y ver si esto suma para los dos lados — sin compromiso todavía.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8275320"/>
            <a:ext cx="5303520" cy="0"/>
          </a:xfrm>
          <a:prstGeom prst="line">
            <a:avLst/>
          </a:prstGeom>
          <a:noFill/>
          <a:ln w="12700">
            <a:solidFill>
              <a:srgbClr val="3A201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84124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Contacto vía @cuervo.8v o @ama.blur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89320" y="117500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117500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TONY IMPORTADOS × MARCO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2026-08-17T19:22:52Z</dcterms:created>
  <dcterms:modified xsi:type="dcterms:W3CDTF">2026-08-17T19:22:52Z</dcterms:modified>
</cp:coreProperties>
</file>